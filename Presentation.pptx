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1" r:id="rId15"/>
    <p:sldId id="272" r:id="rId16"/>
    <p:sldId id="270" r:id="rId17"/>
    <p:sldId id="273" r:id="rId18"/>
    <p:sldId id="274" r:id="rId19"/>
    <p:sldId id="275" r:id="rId20"/>
    <p:sldId id="276" r:id="rId21"/>
    <p:sldId id="26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C1E83700-B7FB-44A5-947F-DEDA08F8B1DD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726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70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E83700-B7FB-44A5-947F-DEDA08F8B1DD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4511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547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7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5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5231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C1E83700-B7FB-44A5-947F-DEDA08F8B1DD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648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29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89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E83700-B7FB-44A5-947F-DEDA08F8B1DD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38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C9B3C-3A86-4E8E-6397-35364F14A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4362" y="1089777"/>
            <a:ext cx="9068586" cy="2590800"/>
          </a:xfrm>
        </p:spPr>
        <p:txBody>
          <a:bodyPr>
            <a:normAutofit/>
          </a:bodyPr>
          <a:lstStyle/>
          <a:p>
            <a:r>
              <a:rPr lang="en-US" sz="4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Customer Churn Prediction</a:t>
            </a:r>
            <a:br>
              <a:rPr lang="en-US" sz="4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7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Helping </a:t>
            </a:r>
            <a:r>
              <a:rPr lang="en-US" sz="270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SyriaTel</a:t>
            </a:r>
            <a:r>
              <a:rPr lang="en-US" sz="27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Keep More Customers</a:t>
            </a:r>
            <a:br>
              <a:rPr lang="en-US" sz="4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4A93D0-73CA-804C-E84F-0421F5271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9329" y="3560833"/>
            <a:ext cx="9070848" cy="457201"/>
          </a:xfrm>
        </p:spPr>
        <p:txBody>
          <a:bodyPr>
            <a:noAutofit/>
          </a:bodyPr>
          <a:lstStyle/>
          <a:p>
            <a:br>
              <a:rPr lang="en-US" sz="3600" dirty="0">
                <a:effectLst/>
              </a:rPr>
            </a:br>
            <a:r>
              <a:rPr lang="en-US" sz="3600" dirty="0">
                <a:effectLst/>
              </a:rPr>
              <a:t>Name: </a:t>
            </a:r>
            <a:r>
              <a:rPr lang="en-US" sz="3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Chris Mau </a:t>
            </a:r>
            <a:r>
              <a:rPr lang="en-US" sz="36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Karagu</a:t>
            </a:r>
            <a:endParaRPr lang="en-US" sz="3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Phase 3 Project</a:t>
            </a: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374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ABE87-A2A0-65DF-7399-BEFA97F49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84387-E00E-A3DE-E88B-66DD67B8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SyriaTel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is losing customers every month.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Losing customers means losing revenue.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It is much cheaper to keep current customers than to find new ones.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goal is to create a simple tool that predicts which customers are likely to leave soon.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608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E2AF3-7FA8-30E7-BDA2-CBDB0BE3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57D21-1DB3-AFEA-2690-AC432F062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Customer churn is a major challenge for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SyriaTel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company needs to identify customers likely to leave.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Early intervention can reduce customer loss.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project aims to support customer retention decisions using machine learning.</a:t>
            </a:r>
          </a:p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Stakeholders: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Customer Retention Team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Marketing Team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Customer Support Department</a:t>
            </a:r>
          </a:p>
        </p:txBody>
      </p:sp>
    </p:spTree>
    <p:extLst>
      <p:ext uri="{BB962C8B-B14F-4D97-AF65-F5344CB8AC3E}">
        <p14:creationId xmlns:p14="http://schemas.microsoft.com/office/powerpoint/2010/main" val="318166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A7679-A7BF-B037-212D-BB58424AC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1E51-DE42-18DC-C53C-A8C0F0CBC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Dataset contains information from 3,333 telecom customers.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Features include: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call usage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international plan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voicemail plan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customer service calls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customer churn status.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Dataset contained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No missing values and No duplicate records.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Observation: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Only 14.5% of customers churned.</a:t>
            </a:r>
          </a:p>
        </p:txBody>
      </p:sp>
    </p:spTree>
    <p:extLst>
      <p:ext uri="{BB962C8B-B14F-4D97-AF65-F5344CB8AC3E}">
        <p14:creationId xmlns:p14="http://schemas.microsoft.com/office/powerpoint/2010/main" val="14228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29EAD-D5DC-65B9-AC1D-7BF3A1D8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Data Understanding: Chun Distribution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6A0121-6463-9281-C5DB-18228C5A9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3086" y="2103438"/>
            <a:ext cx="6425593" cy="4242933"/>
          </a:xfrm>
        </p:spPr>
      </p:pic>
    </p:spTree>
    <p:extLst>
      <p:ext uri="{BB962C8B-B14F-4D97-AF65-F5344CB8AC3E}">
        <p14:creationId xmlns:p14="http://schemas.microsoft.com/office/powerpoint/2010/main" val="256256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1C31-5EE7-8EDD-2E43-F217D4263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83F19-C67B-519D-7EDB-02919BD05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Key Behavioural Patterns Identified: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Customers with international plans churned more frequently.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Customers with many customer service calls were more likely to churn.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Customers with voicemail plans were less likely to churn.</a:t>
            </a: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9987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39017-8BCF-2B6C-BD87-0B3F8E76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Exploratory Data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6DE38D-88E6-37F5-01D9-B652AFFF2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598" y="2014194"/>
            <a:ext cx="5204031" cy="419552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671806-338A-829F-6E05-CD7A1DE9C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114" y="1951597"/>
            <a:ext cx="6110833" cy="426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51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899B-188B-2732-2338-ABF015FE0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Exploratory Data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A6635C2-F69A-B769-ECDD-7259883A4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5487" y="2103438"/>
            <a:ext cx="6868884" cy="4199391"/>
          </a:xfrm>
        </p:spPr>
      </p:pic>
    </p:spTree>
    <p:extLst>
      <p:ext uri="{BB962C8B-B14F-4D97-AF65-F5344CB8AC3E}">
        <p14:creationId xmlns:p14="http://schemas.microsoft.com/office/powerpoint/2010/main" val="3512529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AF02B-1F96-0338-C63A-0647CAE79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B6BC7-BF6C-34AD-3D3C-3CD0266D0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800" b="1" dirty="0"/>
              <a:t>Data Cleaning and Transformation: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Removed irrelevant columns: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Phone number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Area code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Removed highly correlated charge variables.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Encoded categorical variables into numerical format.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Scaled features for Logistic Regression modeling.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67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6EDD-6999-42E2-8212-666D0C75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Modelling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DA3A5-4FB6-0634-C0DB-6D6A596F2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Why Classification?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Classification helps predict whether a customer will Stay or Churn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Models Tested: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Baseline Logistic Regression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Improved Logistic Regression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Decision Tree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Tuned Decision Tree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goal is to Identify the model that best predicts churn customers.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67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3D7E7-5061-B650-399C-63DE7DF6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Logistic Regression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49366-B793-9DFA-FAC0-78986B630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Baseline Logistic Regression: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High overall accuracy (85%)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Poor churn detection recall (17%)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Missed many actual churn customers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Improved Logistic Regression: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Recall improved to 77%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Better at identifying churn customers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Accuracy reduced slightly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935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8568-BF3B-B678-3777-9AD43E15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Logistic Regression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0683B-5E1E-FED9-2AA6-6ECE955245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142" y="2014194"/>
            <a:ext cx="5143969" cy="350296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313756-ABE4-D4FA-6DAE-10D43E891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769" y="2014193"/>
            <a:ext cx="5464625" cy="350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38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07681-EB50-AB1B-7BD9-FFD299E7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Decision Tree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BF60E-FDEE-8EA5-E04F-BDA205C5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Decision Tree Performance: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Accuracy: 94%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Precision: 88%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Recall: 67%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F1-Score: 76%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Why It Performed Better: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Captured complex customer behavior patterns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Balanced precision and recall effectively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613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5FBBE-0D7A-994B-0641-61B92A205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Decision Tree Results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A62F5D-D95D-A886-A0A6-1A9F56F0C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975" y="1883229"/>
            <a:ext cx="9089229" cy="4408714"/>
          </a:xfrm>
        </p:spPr>
      </p:pic>
    </p:spTree>
    <p:extLst>
      <p:ext uri="{BB962C8B-B14F-4D97-AF65-F5344CB8AC3E}">
        <p14:creationId xmlns:p14="http://schemas.microsoft.com/office/powerpoint/2010/main" val="2154014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2CB5A-2B42-F585-2BA8-73F2373A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6EAD5-5826-A69F-49FA-3BBBFA09C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Decision Tree achieved the best balance.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Selected as final model.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87CA98-EB07-9FD4-C6B3-ECF3CFE4B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139" y="1959765"/>
            <a:ext cx="7670343" cy="198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60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E151-2B98-8749-AA52-B08746FFC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Model Performance Comparison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A3D559-FF6E-417D-897B-6A3E98608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3229" y="2014194"/>
            <a:ext cx="8045108" cy="4285785"/>
          </a:xfrm>
        </p:spPr>
      </p:pic>
    </p:spTree>
    <p:extLst>
      <p:ext uri="{BB962C8B-B14F-4D97-AF65-F5344CB8AC3E}">
        <p14:creationId xmlns:p14="http://schemas.microsoft.com/office/powerpoint/2010/main" val="2879453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EDAD-5A67-0FAD-C509-FC7646F19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9A7C5-3F8B-B449-5B87-2091176AE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Important Churn Drivers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High customer service calls increased churn risk.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International plan customers churned more 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Voice mail plan customers tended to stay longer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Business Meaning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Customer behavior patterns can help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SyriaTel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intervene before customers leave.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8138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357B6-E8C7-6424-79CB-4B32477C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6E259C-6D7F-C383-A669-6576B95ED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3486" y="2113656"/>
            <a:ext cx="7869646" cy="4210944"/>
          </a:xfrm>
        </p:spPr>
      </p:pic>
    </p:spTree>
    <p:extLst>
      <p:ext uri="{BB962C8B-B14F-4D97-AF65-F5344CB8AC3E}">
        <p14:creationId xmlns:p14="http://schemas.microsoft.com/office/powerpoint/2010/main" val="1108092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7D28-D4E3-21B2-3E0E-68F41902A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58898-307D-D64B-192B-7297453E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Recommended Actions: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Improve customer service quality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Review international plan pricing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Strengthen retention campaigns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Use predictive analytics monthly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Increase customer engagement initiatives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8449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4BCE-5030-A56F-C308-C1F2D8E5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BD239-2892-023C-8B15-6198165C1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Deploy model into operational systems.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Continuously retrain with updated data.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Monitor churn prediction performance.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Combine predictions with retention offers.</a:t>
            </a:r>
            <a:endParaRPr lang="en-GB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309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171183-795B-15F5-0562-CA108B95B9D8}"/>
              </a:ext>
            </a:extLst>
          </p:cNvPr>
          <p:cNvSpPr txBox="1"/>
          <p:nvPr/>
        </p:nvSpPr>
        <p:spPr>
          <a:xfrm>
            <a:off x="1763486" y="2362200"/>
            <a:ext cx="73805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263871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95</TotalTime>
  <Words>489</Words>
  <Application>Microsoft Office PowerPoint</Application>
  <PresentationFormat>Widescreen</PresentationFormat>
  <Paragraphs>105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Century Gothic</vt:lpstr>
      <vt:lpstr>Garamond</vt:lpstr>
      <vt:lpstr>Wingdings</vt:lpstr>
      <vt:lpstr>Savon</vt:lpstr>
      <vt:lpstr>Customer Churn Prediction Helping SyriaTel Keep More Customers </vt:lpstr>
      <vt:lpstr>Overview</vt:lpstr>
      <vt:lpstr>Business Problem</vt:lpstr>
      <vt:lpstr>Data Understanding</vt:lpstr>
      <vt:lpstr>Data Understanding: Chun Distribution</vt:lpstr>
      <vt:lpstr>Exploratory Data Analysis</vt:lpstr>
      <vt:lpstr>Exploratory Data Analysis</vt:lpstr>
      <vt:lpstr>Exploratory Data Analysis</vt:lpstr>
      <vt:lpstr>Data Preparation</vt:lpstr>
      <vt:lpstr>Modelling Approach</vt:lpstr>
      <vt:lpstr>Logistic Regression Results</vt:lpstr>
      <vt:lpstr>Logistic Regression Comparison</vt:lpstr>
      <vt:lpstr>Decision Tree Results</vt:lpstr>
      <vt:lpstr>Decision Tree Results </vt:lpstr>
      <vt:lpstr>Model Comparison</vt:lpstr>
      <vt:lpstr>Model Performance Comparison</vt:lpstr>
      <vt:lpstr>Key Insights</vt:lpstr>
      <vt:lpstr>Key Insights</vt:lpstr>
      <vt:lpstr>Business Recommendations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Sparkwave</dc:creator>
  <cp:lastModifiedBy>Sparkwave</cp:lastModifiedBy>
  <cp:revision>2</cp:revision>
  <cp:lastPrinted>2026-05-07T11:23:21Z</cp:lastPrinted>
  <dcterms:created xsi:type="dcterms:W3CDTF">2026-05-05T13:12:50Z</dcterms:created>
  <dcterms:modified xsi:type="dcterms:W3CDTF">2026-05-07T12:01:03Z</dcterms:modified>
</cp:coreProperties>
</file>