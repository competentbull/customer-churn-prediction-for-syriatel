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726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70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51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4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5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23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48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29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9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E83700-B7FB-44A5-947F-DEDA08F8B1DD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38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9B3C-3A86-4E8E-6397-35364F14A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4362" y="1089777"/>
            <a:ext cx="9068586" cy="2590800"/>
          </a:xfrm>
        </p:spPr>
        <p:txBody>
          <a:bodyPr>
            <a:normAutofit/>
          </a:bodyPr>
          <a:lstStyle/>
          <a:p>
            <a:r>
              <a:rPr lang="en-US" sz="4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Churn Prediction</a:t>
            </a:r>
            <a:br>
              <a:rPr lang="en-US" sz="4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7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Helping </a:t>
            </a:r>
            <a:r>
              <a:rPr lang="en-US" sz="27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7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Keep More Customers</a:t>
            </a:r>
            <a:br>
              <a:rPr lang="en-US" sz="4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A93D0-73CA-804C-E84F-0421F5271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9329" y="3560833"/>
            <a:ext cx="9070848" cy="457201"/>
          </a:xfrm>
        </p:spPr>
        <p:txBody>
          <a:bodyPr>
            <a:noAutofit/>
          </a:bodyPr>
          <a:lstStyle/>
          <a:p>
            <a:br>
              <a:rPr lang="en-US" sz="3600" dirty="0">
                <a:effectLst/>
              </a:rPr>
            </a:br>
            <a:r>
              <a:rPr lang="en-US" sz="3600" dirty="0">
                <a:effectLst/>
              </a:rPr>
              <a:t>Name: </a:t>
            </a:r>
            <a:r>
              <a:rPr lang="en-US" sz="3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Chris Mau </a:t>
            </a:r>
            <a:r>
              <a:rPr lang="en-US" sz="36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Karagu</a:t>
            </a:r>
            <a:endParaRPr lang="en-US" sz="3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 3 Project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37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ABE87-A2A0-65DF-7399-BEFA97F4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4387-E00E-A3DE-E88B-66DD67B8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losing customers every month.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Losing customers means losing revenue.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is much cheaper to keep current customers than to find new ones.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goal is to create a simple tool that predicts which customers are likely to leave soon.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0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2AF3-7FA8-30E7-BDA2-CBDB0BE3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7D21-1DB3-AFEA-2690-AC432F06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Customer churn is a big challenge for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want to identify at-risk customers before they leave.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Early action can help us retain them.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Success = Reducing customer loss and protecting company income.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66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7679-A7BF-B037-212D-BB58424A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1E51-DE42-18DC-C53C-A8C0F0CB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analyzed data from 3,333 customers.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Information included: call minutes, charges, international plan, voicemail plan, customer service calls, etc.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data showed clear patterns between customer behavior and churn.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Key fact: Only 14.5% of customers churned (483 left, 2,850 stayed).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well observed on the next slide.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9EAD-D5DC-65B9-AC1D-7BF3A1D8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Understanding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92A39F-A92D-FA9B-DB73-CE5FA8F8C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086" y="2103438"/>
            <a:ext cx="7543800" cy="4437741"/>
          </a:xfrm>
        </p:spPr>
      </p:pic>
    </p:spTree>
    <p:extLst>
      <p:ext uri="{BB962C8B-B14F-4D97-AF65-F5344CB8AC3E}">
        <p14:creationId xmlns:p14="http://schemas.microsoft.com/office/powerpoint/2010/main" val="25625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1C31-5EE7-8EDD-2E43-F217D426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83F19-C67B-519D-7EDB-02919BD05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built a prediction tool that answers the question: “Is this customer likely to leave or stay?”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used classification as it sorts customers into two groups: Likely to stay and Likely to churn.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useful because instead of waiting for customers to cancel, we can know in advance and take action to keep them.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tested different approaches and chose the best one for our business needs.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998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9017-8BCF-2B6C-BD87-0B3F8E76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375AC-F839-65B1-2735-5A29D4CB4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started with Logistic Regression. It was simple but missed many churners.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then tried a balanced version of it. It found more churners but gave too many false alarms.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Finally, I used a Decision Tree. It performed best overall.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025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899B-188B-2732-2338-ABF015FE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Model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2EC28-6ED3-C358-BDFF-14CE014F0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229" y="2166257"/>
            <a:ext cx="7630885" cy="3810000"/>
          </a:xfrm>
        </p:spPr>
      </p:pic>
    </p:spTree>
    <p:extLst>
      <p:ext uri="{BB962C8B-B14F-4D97-AF65-F5344CB8AC3E}">
        <p14:creationId xmlns:p14="http://schemas.microsoft.com/office/powerpoint/2010/main" val="351252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F02B-1F96-0338-C63A-0647CAE7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6BC7-BF6C-34AD-3D3C-3CD0266D0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Decision Tree Results: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Correctly finds 65% of customers who leave.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it flags someone, it is right 76% of the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Overall accuracy: 92%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good for business. We can catch many at-risk customers without wasting effort on too many wrong predictions.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67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6EDD-6999-42E2-8212-666D0C75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DA3A5-4FB6-0634-C0DB-6D6A596F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model taught us important things: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Many customer service calls resulted in higher chance of leaving.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International plan users churn more.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Voice mail users usually stay longer.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These patterns help us know where to focus.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7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D7E7-5061-B650-399C-63DE7DF6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49366-B793-9DFA-FAC0-78986B630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reduce churn,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should: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Improve customer service.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Check international plan pricing.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Promote voicemail services.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 the tool every month to find at-risk customers and offer help.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935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8568-BF3B-B678-3777-9AD43E15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15318-BA40-6DAB-CBFA-3E381C856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 the model every month.</a:t>
            </a:r>
          </a:p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Combine with special offers.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Measure how many customers we keep.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438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171183-795B-15F5-0562-CA108B95B9D8}"/>
              </a:ext>
            </a:extLst>
          </p:cNvPr>
          <p:cNvSpPr txBox="1"/>
          <p:nvPr/>
        </p:nvSpPr>
        <p:spPr>
          <a:xfrm>
            <a:off x="1763486" y="2362200"/>
            <a:ext cx="73805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26387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</TotalTime>
  <Words>454</Words>
  <Application>Microsoft Office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Garamond</vt:lpstr>
      <vt:lpstr>Wingdings</vt:lpstr>
      <vt:lpstr>Savon</vt:lpstr>
      <vt:lpstr>Customer Churn Prediction Helping SyriaTel Keep More Customers </vt:lpstr>
      <vt:lpstr>Overview</vt:lpstr>
      <vt:lpstr>Business Problem</vt:lpstr>
      <vt:lpstr>Data Understanding</vt:lpstr>
      <vt:lpstr>Data Understanding</vt:lpstr>
      <vt:lpstr>Modelling</vt:lpstr>
      <vt:lpstr>Evaluation</vt:lpstr>
      <vt:lpstr>Model Results</vt:lpstr>
      <vt:lpstr>Model Results</vt:lpstr>
      <vt:lpstr>What We Learned</vt:lpstr>
      <vt:lpstr>Recommendations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Sparkwave</dc:creator>
  <cp:lastModifiedBy>Sparkwave</cp:lastModifiedBy>
  <cp:revision>1</cp:revision>
  <dcterms:created xsi:type="dcterms:W3CDTF">2026-05-05T13:12:50Z</dcterms:created>
  <dcterms:modified xsi:type="dcterms:W3CDTF">2026-05-05T13:19:25Z</dcterms:modified>
</cp:coreProperties>
</file>